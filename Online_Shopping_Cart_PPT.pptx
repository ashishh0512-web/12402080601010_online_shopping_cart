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/a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868680" cy="630936"/>
          </a:xfrm>
          <a:prstGeom prst="rect">
            <a:avLst/>
          </a:prstGeom>
        </p:spPr>
      </p:pic>
      <p:pic>
        <p:nvPicPr>
          <p:cNvPr id="3" name="Image 1" descr="/home/claude/w/cv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28600"/>
            <a:ext cx="822960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8229600" cy="119603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600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SHOPPING CART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with Python (202044504)</a:t>
            </a:r>
            <a:endParaRPr lang="en-US" sz="1800" dirty="0"/>
          </a:p>
        </p:txBody>
      </p:sp>
      <p:sp>
        <p:nvSpPr>
          <p:cNvPr id="5" name="Details card"/>
          <p:cNvSpPr/>
          <p:nvPr/>
        </p:nvSpPr>
        <p:spPr>
          <a:xfrm>
            <a:off x="1371600" y="3108960"/>
            <a:ext cx="6400800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20040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Suthar   |   </a:t>
            </a:r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</a:t>
            </a:r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12402080601010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</a:t>
            </a:r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(Information Technology), Semester V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Nayan Mali   |   </a:t>
            </a:r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</a:t>
            </a:r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and Introduction</a:t>
            </a:r>
            <a:endParaRPr lang="en-US" sz="2800" dirty="0"/>
          </a:p>
        </p:txBody>
      </p:sp>
      <p:sp>
        <p:nvSpPr>
          <p:cNvPr id="3" name="Abstract card"/>
          <p:cNvSpPr/>
          <p:nvPr/>
        </p:nvSpPr>
        <p:spPr>
          <a:xfrm>
            <a:off x="457200" y="109728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built with Python, Tkinter and MySQL. A customer browses products, fills a cart, adjusts quantities, picks a payment method and places an order. Orders and stock are stored in a relational database.</a:t>
            </a:r>
            <a:endParaRPr lang="en-US" sz="1400" dirty="0"/>
          </a:p>
        </p:txBody>
      </p:sp>
      <p:sp>
        <p:nvSpPr>
          <p:cNvPr id="6" name="Introduction card"/>
          <p:cNvSpPr/>
          <p:nvPr/>
        </p:nvSpPr>
        <p:spPr>
          <a:xfrm>
            <a:off x="4663440" y="109728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 is the heart of online shopping: it holds chosen products, quantities and prices, and totals them before checkout. This educational prototype can grow with login, online payments, delivery tracking and a web interface.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28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09728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request for every product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calculated by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changes not tracked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orders hard to find</a:t>
            </a:r>
            <a:endParaRPr lang="en-US" sz="1400" dirty="0"/>
          </a:p>
        </p:txBody>
      </p:sp>
      <p:sp>
        <p:nvSpPr>
          <p:cNvPr id="6" name="Objectives card"/>
          <p:cNvSpPr/>
          <p:nvPr/>
        </p:nvSpPr>
        <p:spPr>
          <a:xfrm>
            <a:off x="4663440" y="109728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products, prices and stock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 and change quantities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totals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quantities above stock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orders in MySQL and print an invoice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Requirements</a:t>
            </a:r>
            <a:endParaRPr lang="en-US" sz="2800" dirty="0"/>
          </a:p>
        </p:txBody>
      </p:sp>
      <p:sp>
        <p:nvSpPr>
          <p:cNvPr id="3" name="Left card"/>
          <p:cNvSpPr/>
          <p:nvPr/>
        </p:nvSpPr>
        <p:spPr>
          <a:xfrm>
            <a:off x="45720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store or classroom demo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user at a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products, recent-order 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recorded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login, tax, coupons or refunds</a:t>
            </a:r>
            <a:endParaRPr lang="en-US" sz="1400" dirty="0"/>
          </a:p>
        </p:txBody>
      </p:sp>
      <p:sp>
        <p:nvSpPr>
          <p:cNvPr id="6" name="Right card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or laptop, Windows/macOS/Linux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with Tkinter and ttk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mysql-connector-python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or any Python 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3" name="Layer card Presentation"/>
          <p:cNvSpPr/>
          <p:nvPr/>
        </p:nvSpPr>
        <p:spPr>
          <a:xfrm>
            <a:off x="457200" y="10972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catalogue, cart, customer form and buttons</a:t>
            </a:r>
            <a:endParaRPr lang="en-US" sz="1400" dirty="0"/>
          </a:p>
        </p:txBody>
      </p:sp>
      <p:sp>
        <p:nvSpPr>
          <p:cNvPr id="6" name="Layer card Application"/>
          <p:cNvSpPr/>
          <p:nvPr/>
        </p:nvSpPr>
        <p:spPr>
          <a:xfrm>
            <a:off x="3383280" y="10972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checks stock, updates cart, totals</a:t>
            </a:r>
            <a:endParaRPr lang="en-US" sz="1400" dirty="0"/>
          </a:p>
        </p:txBody>
      </p:sp>
      <p:sp>
        <p:nvSpPr>
          <p:cNvPr id="9" name="Layer card Database"/>
          <p:cNvSpPr/>
          <p:nvPr/>
        </p:nvSpPr>
        <p:spPr>
          <a:xfrm>
            <a:off x="6309360" y="10972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ShoppingDatabase class runs parameterized SQL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modules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3200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200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3200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84048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384048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maintenance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shopping_db (three tables)</a:t>
            </a:r>
            <a:endParaRPr lang="en-US" sz="1600" dirty="0"/>
          </a:p>
        </p:txBody>
      </p:sp>
      <p:sp>
        <p:nvSpPr>
          <p:cNvPr id="4" name="Table card products"/>
          <p:cNvSpPr/>
          <p:nvPr/>
        </p:nvSpPr>
        <p:spPr>
          <a:xfrm>
            <a:off x="457200" y="150876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price and stock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(PK)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category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stock</a:t>
            </a:r>
            <a:endParaRPr lang="en-US" sz="1400" dirty="0"/>
          </a:p>
        </p:txBody>
      </p:sp>
      <p:sp>
        <p:nvSpPr>
          <p:cNvPr id="8" name="Table card orders"/>
          <p:cNvSpPr/>
          <p:nvPr/>
        </p:nvSpPr>
        <p:spPr>
          <a:xfrm>
            <a:off x="3383280" y="150876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order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560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order_time</a:t>
            </a:r>
            <a:endParaRPr lang="en-US" sz="1400" dirty="0"/>
          </a:p>
        </p:txBody>
      </p:sp>
      <p:sp>
        <p:nvSpPr>
          <p:cNvPr id="12" name="Table card order_items"/>
          <p:cNvSpPr/>
          <p:nvPr/>
        </p:nvSpPr>
        <p:spPr>
          <a:xfrm>
            <a:off x="6309360" y="150876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order_items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line in an order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560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order_item_id (PK)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(FK), product_id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product_name, quantity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unit_price, line_total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has many order_items. Product name and unit price are saved on each line to preserve the historical invoice.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and Dictionaries</a:t>
            </a:r>
            <a:endParaRPr lang="en-US" sz="2800" dirty="0"/>
          </a:p>
        </p:txBody>
      </p:sp>
      <p:sp>
        <p:nvSpPr>
          <p:cNvPr id="3" name="Left card"/>
          <p:cNvSpPr/>
          <p:nvPr/>
        </p:nvSpPr>
        <p:spPr>
          <a:xfrm>
            <a:off x="45720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design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ShoppingDatabase: connection, queries, transactions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ShoppingCartApp: GUI and order workflow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initializes database and starts the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maintain than one long function</a:t>
            </a:r>
            <a:endParaRPr lang="en-US" sz="1400" dirty="0"/>
          </a:p>
        </p:txBody>
      </p:sp>
      <p:sp>
        <p:nvSpPr>
          <p:cNvPr id="6" name="Right card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dictionaries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DEFAULT_PRODUCTS keyed by product 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dict: product ID to details and quantity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lookup, update and subtotal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stays the persistent store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167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and connect to MySQL</a:t>
            </a:r>
            <a:endParaRPr lang="en-US" sz="1400" dirty="0"/>
          </a:p>
        </p:txBody>
      </p:sp>
      <p:sp>
        <p:nvSpPr>
          <p:cNvPr id="6" name="Step card 2"/>
          <p:cNvSpPr/>
          <p:nvPr/>
        </p:nvSpPr>
        <p:spPr>
          <a:xfrm>
            <a:off x="457200" y="18745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025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tables; seed sample products</a:t>
            </a:r>
            <a:endParaRPr lang="en-US" sz="1400" dirty="0"/>
          </a:p>
        </p:txBody>
      </p:sp>
      <p:sp>
        <p:nvSpPr>
          <p:cNvPr id="9" name="Step card 3"/>
          <p:cNvSpPr/>
          <p:nvPr/>
        </p:nvSpPr>
        <p:spPr>
          <a:xfrm>
            <a:off x="457200" y="25603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883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products into the GUI</a:t>
            </a:r>
            <a:endParaRPr lang="en-US" sz="1400" dirty="0"/>
          </a:p>
        </p:txBody>
      </p:sp>
      <p:sp>
        <p:nvSpPr>
          <p:cNvPr id="12" name="Step card 4"/>
          <p:cNvSpPr/>
          <p:nvPr/>
        </p:nvSpPr>
        <p:spPr>
          <a:xfrm>
            <a:off x="457200" y="32461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741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46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if stock allows</a:t>
            </a:r>
            <a:endParaRPr lang="en-US" sz="1400" dirty="0"/>
          </a:p>
        </p:txBody>
      </p:sp>
      <p:sp>
        <p:nvSpPr>
          <p:cNvPr id="15" name="Step card 5"/>
          <p:cNvSpPr/>
          <p:nvPr/>
        </p:nvSpPr>
        <p:spPr>
          <a:xfrm>
            <a:off x="457200" y="39319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599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line and cart totals</a:t>
            </a:r>
            <a:endParaRPr lang="en-US" sz="1400" dirty="0"/>
          </a:p>
        </p:txBody>
      </p:sp>
      <p:sp>
        <p:nvSpPr>
          <p:cNvPr id="18" name="Step card 6"/>
          <p:cNvSpPr/>
          <p:nvPr/>
        </p:nvSpPr>
        <p:spPr>
          <a:xfrm>
            <a:off x="4754880" y="11887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167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1188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name and non-empty cart</a:t>
            </a:r>
            <a:endParaRPr lang="en-US" sz="1400" dirty="0"/>
          </a:p>
        </p:txBody>
      </p:sp>
      <p:sp>
        <p:nvSpPr>
          <p:cNvPr id="21" name="Step card 7"/>
          <p:cNvSpPr/>
          <p:nvPr/>
        </p:nvSpPr>
        <p:spPr>
          <a:xfrm>
            <a:off x="4754880" y="18745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0025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order header and lines</a:t>
            </a:r>
            <a:endParaRPr lang="en-US" sz="1400" dirty="0"/>
          </a:p>
        </p:txBody>
      </p:sp>
      <p:sp>
        <p:nvSpPr>
          <p:cNvPr id="24" name="Step card 8"/>
          <p:cNvSpPr/>
          <p:nvPr/>
        </p:nvSpPr>
        <p:spPr>
          <a:xfrm>
            <a:off x="4754880" y="25603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6883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stock in same transaction</a:t>
            </a:r>
            <a:endParaRPr lang="en-US" sz="1400" dirty="0"/>
          </a:p>
        </p:txBody>
      </p:sp>
      <p:sp>
        <p:nvSpPr>
          <p:cNvPr id="27" name="Step card 9"/>
          <p:cNvSpPr/>
          <p:nvPr/>
        </p:nvSpPr>
        <p:spPr>
          <a:xfrm>
            <a:off x="4754880" y="32461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741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246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show invoice; roll back on error</a:t>
            </a:r>
            <a:endParaRPr lang="en-US" sz="1400" dirty="0"/>
          </a:p>
        </p:txBody>
      </p:sp>
      <p:sp>
        <p:nvSpPr>
          <p:cNvPr id="30" name="Step card 10"/>
          <p:cNvSpPr/>
          <p:nvPr/>
        </p:nvSpPr>
        <p:spPr>
          <a:xfrm>
            <a:off x="4754880" y="39319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0599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cart and continue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2800" dirty="0"/>
          </a:p>
        </p:txBody>
      </p:sp>
      <p:sp>
        <p:nvSpPr>
          <p:cNvPr id="3" name="Catalogue panel"/>
          <p:cNvSpPr/>
          <p:nvPr/>
        </p:nvSpPr>
        <p:spPr>
          <a:xfrm>
            <a:off x="457200" y="109728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catalogue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|  Name  |  Category  |  Price  |  Stock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Buttons: Add to Cart, Add/Update Product</a:t>
            </a:r>
            <a:endParaRPr lang="en-US" sz="1400" dirty="0"/>
          </a:p>
        </p:txBody>
      </p:sp>
      <p:sp>
        <p:nvSpPr>
          <p:cNvPr id="7" name="Cart panel"/>
          <p:cNvSpPr/>
          <p:nvPr/>
        </p:nvSpPr>
        <p:spPr>
          <a:xfrm>
            <a:off x="5577840" y="109728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cart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quantity (+ / −), line totals, cart total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and payment method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Remove, Clear, Place Order, Recent Orders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window displays the generated invoice.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Data Safety</a:t>
            </a:r>
            <a:endParaRPr lang="en-US" sz="2800" dirty="0"/>
          </a:p>
        </p:txBody>
      </p:sp>
      <p:sp>
        <p:nvSpPr>
          <p:cNvPr id="3" name="Left card"/>
          <p:cNvSpPr/>
          <p:nvPr/>
        </p:nvSpPr>
        <p:spPr>
          <a:xfrm>
            <a:off x="45720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checklist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MySQL running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item; increase or decrease quantity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above stock warns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cart or missing name warns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order saves, reduces stock, shows invoice</a:t>
            </a:r>
            <a:endParaRPr lang="en-US" sz="1400" dirty="0"/>
          </a:p>
        </p:txBody>
      </p:sp>
      <p:sp>
        <p:nvSpPr>
          <p:cNvPr id="6" name="Right card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invalid numbers and MySQL errors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stock updates in one transaction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on failure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SQL; keep DB password private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status is a checklist to run locally after configuring MySQL.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3716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and Conclusion</a:t>
            </a:r>
            <a:endParaRPr lang="en-US" sz="2800" dirty="0"/>
          </a:p>
        </p:txBody>
      </p:sp>
      <p:sp>
        <p:nvSpPr>
          <p:cNvPr id="3" name="Future card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admin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Coupons, tax and delivery charges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tracking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reports and CSV/PDF export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or mobile interface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002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Shopping Cart applies Python to a familiar process, combining a Tkinter GUI, dictionary-based cart, OOP design and MySQL persistence. It automates billing and stock updates and keeps a record of every order.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Python, Tkinter, MySQL and MySQL Connector/Python documentation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ping Cart">
  <a:themeElements>
    <a:clrScheme name="Shopping Cart">
      <a:dk1>
        <a:srgbClr val="000000"/>
      </a:dk1>
      <a:lt1>
        <a:srgbClr val="FFFFFF"/>
      </a:lt1>
      <a:dk2>
        <a:srgbClr val="1F3A5F"/>
      </a:dk2>
      <a:lt2>
        <a:srgbClr val="F2F4F7"/>
      </a:lt2>
      <a:accent1>
        <a:srgbClr val="1F3A5F"/>
      </a:accent1>
      <a:accent2>
        <a:srgbClr val="2F6F8F"/>
      </a:accent2>
      <a:accent3>
        <a:srgbClr val="B5482F"/>
      </a:accent3>
      <a:accent4>
        <a:srgbClr val="6B7C3A"/>
      </a:accent4>
      <a:accent5>
        <a:srgbClr val="8A6D1F"/>
      </a:accent5>
      <a:accent6>
        <a:srgbClr val="5B5B5B"/>
      </a:accent6>
      <a:hlink>
        <a:srgbClr val="1F3A5F"/>
      </a:hlink>
      <a:folHlink>
        <a:srgbClr val="5B5B5B"/>
      </a:folHlink>
    </a:clrScheme>
    <a:fontScheme name="Shopping Ca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Shopping Cart</dc:title>
  <dc:subject>PptxGenJS Presentation</dc:subject>
  <dc:creator>Ashish Suthar</dc:creator>
  <cp:lastModifiedBy>Ashish Suthar</cp:lastModifiedBy>
  <cp:revision>1</cp:revision>
  <dcterms:created xsi:type="dcterms:W3CDTF">2026-10-27T06:30:23Z</dcterms:created>
  <dcterms:modified xsi:type="dcterms:W3CDTF">2026-10-27T06:30:23Z</dcterms:modified>
</cp:coreProperties>
</file>